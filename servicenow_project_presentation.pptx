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Enforcing Mandatory Fields using UI Policies and Migrating Changes with Update 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ServiceNow allows administrators to control form behavior using UI Policies and move configurations using Update 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fields mandatory using UI Policies and migrate changes using Update 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UI Policy?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Policy dynamically controls fields (mandatory, read‑only, hide/show) without scripting.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UI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UI → UI Policies → New → Select Table → Set Condition → Save.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Policy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UI Policy → UI Policy Actions → Select Field → Mandatory = True.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Update 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 Sets capture configuration changes and move them between instances.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Update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Update Sets → Local Update Sets → New → State = In 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Update Set as XML → Import into target instance → Preview → Commit.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Policies enforce data entry rules and Update Sets ensure safe migration of configuration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